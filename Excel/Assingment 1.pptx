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6"/>
  </p:notesMasterIdLst>
  <p:sldIdLst>
    <p:sldId id="256" r:id="rId2"/>
    <p:sldId id="258" r:id="rId3"/>
    <p:sldId id="259" r:id="rId4"/>
    <p:sldId id="260" r:id="rId5"/>
  </p:sldIdLst>
  <p:sldSz cx="9144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6" autoAdjust="0"/>
    <p:restoredTop sz="94660" autoAdjust="0"/>
  </p:normalViewPr>
  <p:slideViewPr>
    <p:cSldViewPr snapToGrid="0">
      <p:cViewPr varScale="1">
        <p:scale>
          <a:sx n="74" d="100"/>
          <a:sy n="74" d="100"/>
        </p:scale>
        <p:origin x="876" y="78"/>
      </p:cViewPr>
      <p:guideLst>
        <p:guide orient="horz" pos="288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9" d="100"/>
          <a:sy n="79" d="100"/>
        </p:scale>
        <p:origin x="2100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bbir hossain" userId="1a2133a404dad2f5" providerId="LiveId" clId="{1E47CD9D-7658-40C5-AD32-3EB2E0647B12}"/>
    <pc:docChg chg="undo redo custSel addSld delSld modSld modMainMaster modNotesMaster">
      <pc:chgData name="sabbir hossain" userId="1a2133a404dad2f5" providerId="LiveId" clId="{1E47CD9D-7658-40C5-AD32-3EB2E0647B12}" dt="2026-07-24T15:24:17.829" v="2058" actId="2711"/>
      <pc:docMkLst>
        <pc:docMk/>
      </pc:docMkLst>
      <pc:sldChg chg="addSp delSp modSp mod setBg modClrScheme chgLayout modNotes">
        <pc:chgData name="sabbir hossain" userId="1a2133a404dad2f5" providerId="LiveId" clId="{1E47CD9D-7658-40C5-AD32-3EB2E0647B12}" dt="2026-07-24T15:18:28.880" v="1879" actId="2711"/>
        <pc:sldMkLst>
          <pc:docMk/>
          <pc:sldMk cId="413185617" sldId="256"/>
        </pc:sldMkLst>
        <pc:spChg chg="mod ord">
          <ac:chgData name="sabbir hossain" userId="1a2133a404dad2f5" providerId="LiveId" clId="{1E47CD9D-7658-40C5-AD32-3EB2E0647B12}" dt="2026-07-24T15:18:28.880" v="1879" actId="2711"/>
          <ac:spMkLst>
            <pc:docMk/>
            <pc:sldMk cId="413185617" sldId="256"/>
            <ac:spMk id="4" creationId="{E6DE68DB-D3E0-5265-B965-B487D160AAB0}"/>
          </ac:spMkLst>
        </pc:spChg>
        <pc:spChg chg="mod ord">
          <ac:chgData name="sabbir hossain" userId="1a2133a404dad2f5" providerId="LiveId" clId="{1E47CD9D-7658-40C5-AD32-3EB2E0647B12}" dt="2026-07-24T15:18:11.223" v="1877" actId="2711"/>
          <ac:spMkLst>
            <pc:docMk/>
            <pc:sldMk cId="413185617" sldId="256"/>
            <ac:spMk id="5" creationId="{3DF2A6B4-D8CE-1E39-2008-DB00D11A5F13}"/>
          </ac:spMkLst>
        </pc:spChg>
      </pc:sldChg>
      <pc:sldChg chg="addSp delSp modSp new del mod setBg modClrScheme chgLayout">
        <pc:chgData name="sabbir hossain" userId="1a2133a404dad2f5" providerId="LiveId" clId="{1E47CD9D-7658-40C5-AD32-3EB2E0647B12}" dt="2026-07-23T14:52:01.296" v="1083" actId="47"/>
        <pc:sldMkLst>
          <pc:docMk/>
          <pc:sldMk cId="1523985312" sldId="257"/>
        </pc:sldMkLst>
      </pc:sldChg>
      <pc:sldChg chg="addSp delSp modSp new mod setBg">
        <pc:chgData name="sabbir hossain" userId="1a2133a404dad2f5" providerId="LiveId" clId="{1E47CD9D-7658-40C5-AD32-3EB2E0647B12}" dt="2026-07-24T15:19:45.318" v="1890" actId="2711"/>
        <pc:sldMkLst>
          <pc:docMk/>
          <pc:sldMk cId="1490371325" sldId="258"/>
        </pc:sldMkLst>
        <pc:spChg chg="add mod">
          <ac:chgData name="sabbir hossain" userId="1a2133a404dad2f5" providerId="LiveId" clId="{1E47CD9D-7658-40C5-AD32-3EB2E0647B12}" dt="2026-07-24T15:18:41.126" v="1880" actId="2711"/>
          <ac:spMkLst>
            <pc:docMk/>
            <pc:sldMk cId="1490371325" sldId="258"/>
            <ac:spMk id="6" creationId="{8E589A9D-9917-5B54-CC92-84080B355FBC}"/>
          </ac:spMkLst>
        </pc:spChg>
        <pc:spChg chg="add del">
          <ac:chgData name="sabbir hossain" userId="1a2133a404dad2f5" providerId="LiveId" clId="{1E47CD9D-7658-40C5-AD32-3EB2E0647B12}" dt="2026-07-24T14:58:56.791" v="1687" actId="22"/>
          <ac:spMkLst>
            <pc:docMk/>
            <pc:sldMk cId="1490371325" sldId="258"/>
            <ac:spMk id="8" creationId="{01FB15B0-AE68-F9E0-6FC9-18E0CB271CCF}"/>
          </ac:spMkLst>
        </pc:spChg>
        <pc:spChg chg="add del mod">
          <ac:chgData name="sabbir hossain" userId="1a2133a404dad2f5" providerId="LiveId" clId="{1E47CD9D-7658-40C5-AD32-3EB2E0647B12}" dt="2026-07-24T15:00:12.765" v="1707" actId="21"/>
          <ac:spMkLst>
            <pc:docMk/>
            <pc:sldMk cId="1490371325" sldId="258"/>
            <ac:spMk id="10" creationId="{E189E9A9-AD37-F537-52E7-EB80BECC55CF}"/>
          </ac:spMkLst>
        </pc:spChg>
        <pc:spChg chg="add mod">
          <ac:chgData name="sabbir hossain" userId="1a2133a404dad2f5" providerId="LiveId" clId="{1E47CD9D-7658-40C5-AD32-3EB2E0647B12}" dt="2026-07-24T15:19:45.318" v="1890" actId="2711"/>
          <ac:spMkLst>
            <pc:docMk/>
            <pc:sldMk cId="1490371325" sldId="258"/>
            <ac:spMk id="11" creationId="{80B12636-B73F-19CB-DA76-4C15A59DE4AC}"/>
          </ac:spMkLst>
        </pc:spChg>
        <pc:grpChg chg="mod">
          <ac:chgData name="sabbir hossain" userId="1a2133a404dad2f5" providerId="LiveId" clId="{1E47CD9D-7658-40C5-AD32-3EB2E0647B12}" dt="2026-07-24T14:52:15.643" v="1601"/>
          <ac:grpSpMkLst>
            <pc:docMk/>
            <pc:sldMk cId="1490371325" sldId="258"/>
            <ac:grpSpMk id="5" creationId="{84B5C8D9-926B-4F64-53F2-D9D8C8AF690C}"/>
          </ac:grpSpMkLst>
        </pc:grpChg>
        <pc:graphicFrameChg chg="add mod">
          <ac:chgData name="sabbir hossain" userId="1a2133a404dad2f5" providerId="LiveId" clId="{1E47CD9D-7658-40C5-AD32-3EB2E0647B12}" dt="2026-07-23T14:52:46.276" v="1086"/>
          <ac:graphicFrameMkLst>
            <pc:docMk/>
            <pc:sldMk cId="1490371325" sldId="258"/>
            <ac:graphicFrameMk id="2" creationId="{0C97940F-1C44-2220-E603-265F9902FDDC}"/>
          </ac:graphicFrameMkLst>
        </pc:graphicFrameChg>
        <pc:graphicFrameChg chg="add mod">
          <ac:chgData name="sabbir hossain" userId="1a2133a404dad2f5" providerId="LiveId" clId="{1E47CD9D-7658-40C5-AD32-3EB2E0647B12}" dt="2026-07-24T06:26:05.543" v="1458"/>
          <ac:graphicFrameMkLst>
            <pc:docMk/>
            <pc:sldMk cId="1490371325" sldId="258"/>
            <ac:graphicFrameMk id="2" creationId="{2CD1EA75-C524-65AE-FA5D-FF3FFF82C3AD}"/>
          </ac:graphicFrameMkLst>
        </pc:graphicFrameChg>
        <pc:graphicFrameChg chg="add mod">
          <ac:chgData name="sabbir hossain" userId="1a2133a404dad2f5" providerId="LiveId" clId="{1E47CD9D-7658-40C5-AD32-3EB2E0647B12}" dt="2026-07-24T06:27:40.654" v="1507"/>
          <ac:graphicFrameMkLst>
            <pc:docMk/>
            <pc:sldMk cId="1490371325" sldId="258"/>
            <ac:graphicFrameMk id="5" creationId="{F0C6CC56-712E-BB26-5B19-02464A790DB5}"/>
          </ac:graphicFrameMkLst>
        </pc:graphicFrameChg>
        <pc:graphicFrameChg chg="add mod">
          <ac:chgData name="sabbir hossain" userId="1a2133a404dad2f5" providerId="LiveId" clId="{1E47CD9D-7658-40C5-AD32-3EB2E0647B12}" dt="2026-07-23T14:53:12.647" v="1091"/>
          <ac:graphicFrameMkLst>
            <pc:docMk/>
            <pc:sldMk cId="1490371325" sldId="258"/>
            <ac:graphicFrameMk id="6" creationId="{F75B59C7-B446-7685-8CAA-0934D3C5B67E}"/>
          </ac:graphicFrameMkLst>
        </pc:graphicFrameChg>
        <pc:graphicFrameChg chg="add mod">
          <ac:chgData name="sabbir hossain" userId="1a2133a404dad2f5" providerId="LiveId" clId="{1E47CD9D-7658-40C5-AD32-3EB2E0647B12}" dt="2026-07-24T14:54:42.230" v="1627"/>
          <ac:graphicFrameMkLst>
            <pc:docMk/>
            <pc:sldMk cId="1490371325" sldId="258"/>
            <ac:graphicFrameMk id="7" creationId="{3FB503EB-821A-931C-83A0-2E757E589332}"/>
          </ac:graphicFrameMkLst>
        </pc:graphicFrameChg>
        <pc:graphicFrameChg chg="add mod">
          <ac:chgData name="sabbir hossain" userId="1a2133a404dad2f5" providerId="LiveId" clId="{1E47CD9D-7658-40C5-AD32-3EB2E0647B12}" dt="2026-07-24T06:29:16.371" v="1543"/>
          <ac:graphicFrameMkLst>
            <pc:docMk/>
            <pc:sldMk cId="1490371325" sldId="258"/>
            <ac:graphicFrameMk id="8" creationId="{DD99C20C-F0C4-BE12-02F0-9688351A490D}"/>
          </ac:graphicFrameMkLst>
        </pc:graphicFrameChg>
        <pc:graphicFrameChg chg="add mod">
          <ac:chgData name="sabbir hossain" userId="1a2133a404dad2f5" providerId="LiveId" clId="{1E47CD9D-7658-40C5-AD32-3EB2E0647B12}" dt="2026-07-23T14:53:41.268" v="1132"/>
          <ac:graphicFrameMkLst>
            <pc:docMk/>
            <pc:sldMk cId="1490371325" sldId="258"/>
            <ac:graphicFrameMk id="10" creationId="{67258FD0-93A0-7F1A-ED80-0CF4B1DAB073}"/>
          </ac:graphicFrameMkLst>
        </pc:graphicFrameChg>
        <pc:graphicFrameChg chg="add mod">
          <ac:chgData name="sabbir hossain" userId="1a2133a404dad2f5" providerId="LiveId" clId="{1E47CD9D-7658-40C5-AD32-3EB2E0647B12}" dt="2026-07-24T15:15:39.301" v="1795"/>
          <ac:graphicFrameMkLst>
            <pc:docMk/>
            <pc:sldMk cId="1490371325" sldId="258"/>
            <ac:graphicFrameMk id="12" creationId="{C2FE1C5F-4788-82DD-CED8-9B9E70BF1756}"/>
          </ac:graphicFrameMkLst>
        </pc:graphicFrameChg>
        <pc:graphicFrameChg chg="add mod">
          <ac:chgData name="sabbir hossain" userId="1a2133a404dad2f5" providerId="LiveId" clId="{1E47CD9D-7658-40C5-AD32-3EB2E0647B12}" dt="2026-07-23T14:53:53.389" v="1134"/>
          <ac:graphicFrameMkLst>
            <pc:docMk/>
            <pc:sldMk cId="1490371325" sldId="258"/>
            <ac:graphicFrameMk id="13" creationId="{848982E7-063C-933F-3295-A8B2343A7DD7}"/>
          </ac:graphicFrameMkLst>
        </pc:graphicFrameChg>
        <pc:graphicFrameChg chg="add mod">
          <ac:chgData name="sabbir hossain" userId="1a2133a404dad2f5" providerId="LiveId" clId="{1E47CD9D-7658-40C5-AD32-3EB2E0647B12}" dt="2026-07-23T15:13:49.079" v="1399"/>
          <ac:graphicFrameMkLst>
            <pc:docMk/>
            <pc:sldMk cId="1490371325" sldId="258"/>
            <ac:graphicFrameMk id="16" creationId="{8473A7D0-B32D-FDBA-B0CF-D12BF3A357A0}"/>
          </ac:graphicFrameMkLst>
        </pc:graphicFrameChg>
        <pc:picChg chg="add del mod">
          <ac:chgData name="sabbir hossain" userId="1a2133a404dad2f5" providerId="LiveId" clId="{1E47CD9D-7658-40C5-AD32-3EB2E0647B12}" dt="2026-07-23T14:52:09.316" v="1084" actId="478"/>
          <ac:picMkLst>
            <pc:docMk/>
            <pc:sldMk cId="1490371325" sldId="258"/>
            <ac:picMk id="4" creationId="{09316412-72E5-C1A9-244E-EAF6D5AB5EF5}"/>
          </ac:picMkLst>
        </pc:picChg>
        <pc:picChg chg="add del mod">
          <ac:chgData name="sabbir hossain" userId="1a2133a404dad2f5" providerId="LiveId" clId="{1E47CD9D-7658-40C5-AD32-3EB2E0647B12}" dt="2026-07-24T14:51:56.684" v="1596" actId="478"/>
          <ac:picMkLst>
            <pc:docMk/>
            <pc:sldMk cId="1490371325" sldId="258"/>
            <ac:picMk id="4" creationId="{EFBFA24C-BBB8-226C-99D0-544E2663E1A5}"/>
          </ac:picMkLst>
        </pc:picChg>
        <pc:picChg chg="add del mod">
          <ac:chgData name="sabbir hossain" userId="1a2133a404dad2f5" providerId="LiveId" clId="{1E47CD9D-7658-40C5-AD32-3EB2E0647B12}" dt="2026-07-24T15:14:22.094" v="1792" actId="478"/>
          <ac:picMkLst>
            <pc:docMk/>
            <pc:sldMk cId="1490371325" sldId="258"/>
            <ac:picMk id="5" creationId="{09141D91-A21C-BB55-BFEA-0BDC60B9044D}"/>
          </ac:picMkLst>
        </pc:picChg>
        <pc:picChg chg="add del mod">
          <ac:chgData name="sabbir hossain" userId="1a2133a404dad2f5" providerId="LiveId" clId="{1E47CD9D-7658-40C5-AD32-3EB2E0647B12}" dt="2026-07-23T14:52:58.949" v="1090" actId="22"/>
          <ac:picMkLst>
            <pc:docMk/>
            <pc:sldMk cId="1490371325" sldId="258"/>
            <ac:picMk id="5" creationId="{9252C9FB-92A6-557A-88ED-B8976277668C}"/>
          </ac:picMkLst>
        </pc:picChg>
        <pc:picChg chg="add del mod">
          <ac:chgData name="sabbir hossain" userId="1a2133a404dad2f5" providerId="LiveId" clId="{1E47CD9D-7658-40C5-AD32-3EB2E0647B12}" dt="2026-07-23T14:52:10.475" v="1085" actId="478"/>
          <ac:picMkLst>
            <pc:docMk/>
            <pc:sldMk cId="1490371325" sldId="258"/>
            <ac:picMk id="7" creationId="{0C927178-F7AB-5876-987E-A730AF54CF85}"/>
          </ac:picMkLst>
        </pc:picChg>
        <pc:picChg chg="add del mod">
          <ac:chgData name="sabbir hossain" userId="1a2133a404dad2f5" providerId="LiveId" clId="{1E47CD9D-7658-40C5-AD32-3EB2E0647B12}" dt="2026-07-24T06:28:01.715" v="1542" actId="478"/>
          <ac:picMkLst>
            <pc:docMk/>
            <pc:sldMk cId="1490371325" sldId="258"/>
            <ac:picMk id="7" creationId="{BB51F01D-53EE-63EB-CB7A-13947177503F}"/>
          </ac:picMkLst>
        </pc:picChg>
        <pc:picChg chg="add del">
          <ac:chgData name="sabbir hossain" userId="1a2133a404dad2f5" providerId="LiveId" clId="{1E47CD9D-7658-40C5-AD32-3EB2E0647B12}" dt="2026-07-24T14:54:53.614" v="1629" actId="478"/>
          <ac:picMkLst>
            <pc:docMk/>
            <pc:sldMk cId="1490371325" sldId="258"/>
            <ac:picMk id="9" creationId="{20C2A530-EC99-C0CF-7544-07C88097F577}"/>
          </ac:picMkLst>
        </pc:picChg>
        <pc:picChg chg="add del mod">
          <ac:chgData name="sabbir hossain" userId="1a2133a404dad2f5" providerId="LiveId" clId="{1E47CD9D-7658-40C5-AD32-3EB2E0647B12}" dt="2026-07-23T15:13:14.509" v="1396" actId="478"/>
          <ac:picMkLst>
            <pc:docMk/>
            <pc:sldMk cId="1490371325" sldId="258"/>
            <ac:picMk id="9" creationId="{BC3EBB7C-36A5-AEC4-8E89-503377E2337B}"/>
          </ac:picMkLst>
        </pc:picChg>
        <pc:picChg chg="add del mod">
          <ac:chgData name="sabbir hossain" userId="1a2133a404dad2f5" providerId="LiveId" clId="{1E47CD9D-7658-40C5-AD32-3EB2E0647B12}" dt="2026-07-24T14:51:53.189" v="1595" actId="478"/>
          <ac:picMkLst>
            <pc:docMk/>
            <pc:sldMk cId="1490371325" sldId="258"/>
            <ac:picMk id="10" creationId="{1CC313B3-CF47-8790-03ED-B4958447111A}"/>
          </ac:picMkLst>
        </pc:picChg>
        <pc:picChg chg="add del mod">
          <ac:chgData name="sabbir hossain" userId="1a2133a404dad2f5" providerId="LiveId" clId="{1E47CD9D-7658-40C5-AD32-3EB2E0647B12}" dt="2026-07-23T15:13:15.217" v="1397" actId="478"/>
          <ac:picMkLst>
            <pc:docMk/>
            <pc:sldMk cId="1490371325" sldId="258"/>
            <ac:picMk id="12" creationId="{6C5FAC5C-935C-229E-E308-E72BC9BF841C}"/>
          </ac:picMkLst>
        </pc:picChg>
        <pc:picChg chg="add mod">
          <ac:chgData name="sabbir hossain" userId="1a2133a404dad2f5" providerId="LiveId" clId="{1E47CD9D-7658-40C5-AD32-3EB2E0647B12}" dt="2026-07-24T15:16:01.654" v="1829" actId="1035"/>
          <ac:picMkLst>
            <pc:docMk/>
            <pc:sldMk cId="1490371325" sldId="258"/>
            <ac:picMk id="14" creationId="{CE735B67-0C38-041B-4CED-9B4E29BC8C4F}"/>
          </ac:picMkLst>
        </pc:picChg>
        <pc:picChg chg="add del mod">
          <ac:chgData name="sabbir hossain" userId="1a2133a404dad2f5" providerId="LiveId" clId="{1E47CD9D-7658-40C5-AD32-3EB2E0647B12}" dt="2026-07-23T15:13:16.102" v="1398" actId="478"/>
          <ac:picMkLst>
            <pc:docMk/>
            <pc:sldMk cId="1490371325" sldId="258"/>
            <ac:picMk id="15" creationId="{A6938191-3F21-91EB-774B-4BCC21F5DE8B}"/>
          </ac:picMkLst>
        </pc:picChg>
        <pc:picChg chg="add del mod">
          <ac:chgData name="sabbir hossain" userId="1a2133a404dad2f5" providerId="LiveId" clId="{1E47CD9D-7658-40C5-AD32-3EB2E0647B12}" dt="2026-07-24T06:25:56.637" v="1457" actId="478"/>
          <ac:picMkLst>
            <pc:docMk/>
            <pc:sldMk cId="1490371325" sldId="258"/>
            <ac:picMk id="18" creationId="{FDAB99B8-34BD-EB01-3458-C9AA032EAD5F}"/>
          </ac:picMkLst>
        </pc:picChg>
        <pc:inkChg chg="add mod">
          <ac:chgData name="sabbir hossain" userId="1a2133a404dad2f5" providerId="LiveId" clId="{1E47CD9D-7658-40C5-AD32-3EB2E0647B12}" dt="2026-07-24T14:52:15.643" v="1601"/>
          <ac:inkMkLst>
            <pc:docMk/>
            <pc:sldMk cId="1490371325" sldId="258"/>
            <ac:inkMk id="2" creationId="{FDC97022-1C44-9527-A1A5-81ED5D3E3A73}"/>
          </ac:inkMkLst>
        </pc:inkChg>
        <pc:inkChg chg="add del mod">
          <ac:chgData name="sabbir hossain" userId="1a2133a404dad2f5" providerId="LiveId" clId="{1E47CD9D-7658-40C5-AD32-3EB2E0647B12}" dt="2026-07-24T14:52:15.643" v="1601"/>
          <ac:inkMkLst>
            <pc:docMk/>
            <pc:sldMk cId="1490371325" sldId="258"/>
            <ac:inkMk id="3" creationId="{7C30A678-8B0E-7194-012B-CF48CA35162B}"/>
          </ac:inkMkLst>
        </pc:inkChg>
      </pc:sldChg>
      <pc:sldChg chg="addSp delSp modSp add mod">
        <pc:chgData name="sabbir hossain" userId="1a2133a404dad2f5" providerId="LiveId" clId="{1E47CD9D-7658-40C5-AD32-3EB2E0647B12}" dt="2026-07-24T15:24:17.829" v="2058" actId="2711"/>
        <pc:sldMkLst>
          <pc:docMk/>
          <pc:sldMk cId="1598718852" sldId="259"/>
        </pc:sldMkLst>
        <pc:spChg chg="mod">
          <ac:chgData name="sabbir hossain" userId="1a2133a404dad2f5" providerId="LiveId" clId="{1E47CD9D-7658-40C5-AD32-3EB2E0647B12}" dt="2026-07-24T15:17:57.376" v="1875" actId="2711"/>
          <ac:spMkLst>
            <pc:docMk/>
            <pc:sldMk cId="1598718852" sldId="259"/>
            <ac:spMk id="6" creationId="{A638D2D4-17F9-A6B4-E27F-28A01AAF28D7}"/>
          </ac:spMkLst>
        </pc:spChg>
        <pc:spChg chg="mod">
          <ac:chgData name="sabbir hossain" userId="1a2133a404dad2f5" providerId="LiveId" clId="{1E47CD9D-7658-40C5-AD32-3EB2E0647B12}" dt="2026-07-24T15:24:17.829" v="2058" actId="2711"/>
          <ac:spMkLst>
            <pc:docMk/>
            <pc:sldMk cId="1598718852" sldId="259"/>
            <ac:spMk id="11" creationId="{3972B1D1-8DB3-34FB-4F8F-FBBA4ACCD382}"/>
          </ac:spMkLst>
        </pc:spChg>
        <pc:graphicFrameChg chg="add mod">
          <ac:chgData name="sabbir hossain" userId="1a2133a404dad2f5" providerId="LiveId" clId="{1E47CD9D-7658-40C5-AD32-3EB2E0647B12}" dt="2026-07-24T15:20:16.639" v="1891"/>
          <ac:graphicFrameMkLst>
            <pc:docMk/>
            <pc:sldMk cId="1598718852" sldId="259"/>
            <ac:graphicFrameMk id="3" creationId="{7D420A4F-3A53-3A9C-0B18-917FA9B6F96A}"/>
          </ac:graphicFrameMkLst>
        </pc:graphicFrameChg>
        <pc:picChg chg="add mod">
          <ac:chgData name="sabbir hossain" userId="1a2133a404dad2f5" providerId="LiveId" clId="{1E47CD9D-7658-40C5-AD32-3EB2E0647B12}" dt="2026-07-24T15:20:42.530" v="1965" actId="1035"/>
          <ac:picMkLst>
            <pc:docMk/>
            <pc:sldMk cId="1598718852" sldId="259"/>
            <ac:picMk id="5" creationId="{3DC20D4D-A13D-249F-2FEB-056637457C60}"/>
          </ac:picMkLst>
        </pc:picChg>
        <pc:picChg chg="del">
          <ac:chgData name="sabbir hossain" userId="1a2133a404dad2f5" providerId="LiveId" clId="{1E47CD9D-7658-40C5-AD32-3EB2E0647B12}" dt="2026-07-24T15:19:00.168" v="1882" actId="478"/>
          <ac:picMkLst>
            <pc:docMk/>
            <pc:sldMk cId="1598718852" sldId="259"/>
            <ac:picMk id="14" creationId="{812FB2A2-1BFC-1A45-E514-32C1576BEF60}"/>
          </ac:picMkLst>
        </pc:picChg>
      </pc:sldChg>
      <pc:sldChg chg="addSp delSp modSp new del mod setBg">
        <pc:chgData name="sabbir hossain" userId="1a2133a404dad2f5" providerId="LiveId" clId="{1E47CD9D-7658-40C5-AD32-3EB2E0647B12}" dt="2026-07-24T06:29:30.324" v="1580" actId="47"/>
        <pc:sldMkLst>
          <pc:docMk/>
          <pc:sldMk cId="3294304665" sldId="259"/>
        </pc:sldMkLst>
        <pc:graphicFrameChg chg="add mod">
          <ac:chgData name="sabbir hossain" userId="1a2133a404dad2f5" providerId="LiveId" clId="{1E47CD9D-7658-40C5-AD32-3EB2E0647B12}" dt="2026-07-23T14:54:15.730" v="1172"/>
          <ac:graphicFrameMkLst>
            <pc:docMk/>
            <pc:sldMk cId="3294304665" sldId="259"/>
            <ac:graphicFrameMk id="2" creationId="{6D5974A4-194C-B1C7-38B3-73A0DFE6139C}"/>
          </ac:graphicFrameMkLst>
        </pc:graphicFrameChg>
        <pc:graphicFrameChg chg="add mod">
          <ac:chgData name="sabbir hossain" userId="1a2133a404dad2f5" providerId="LiveId" clId="{1E47CD9D-7658-40C5-AD32-3EB2E0647B12}" dt="2026-07-23T14:54:29.249" v="1174"/>
          <ac:graphicFrameMkLst>
            <pc:docMk/>
            <pc:sldMk cId="3294304665" sldId="259"/>
            <ac:graphicFrameMk id="6" creationId="{FD952DEE-5301-CD56-B8F1-97245061F4DE}"/>
          </ac:graphicFrameMkLst>
        </pc:graphicFrameChg>
        <pc:picChg chg="add del mod">
          <ac:chgData name="sabbir hossain" userId="1a2133a404dad2f5" providerId="LiveId" clId="{1E47CD9D-7658-40C5-AD32-3EB2E0647B12}" dt="2026-07-23T14:54:04.843" v="1171" actId="478"/>
          <ac:picMkLst>
            <pc:docMk/>
            <pc:sldMk cId="3294304665" sldId="259"/>
            <ac:picMk id="4" creationId="{CD689120-4BE6-D71D-9D77-9FA5A92AD427}"/>
          </ac:picMkLst>
        </pc:picChg>
        <pc:picChg chg="add mod">
          <ac:chgData name="sabbir hossain" userId="1a2133a404dad2f5" providerId="LiveId" clId="{1E47CD9D-7658-40C5-AD32-3EB2E0647B12}" dt="2026-07-23T14:59:04.829" v="1382" actId="1076"/>
          <ac:picMkLst>
            <pc:docMk/>
            <pc:sldMk cId="3294304665" sldId="259"/>
            <ac:picMk id="5" creationId="{874EDD33-7E27-1CB2-5105-4A0049B1FA5C}"/>
          </ac:picMkLst>
        </pc:picChg>
        <pc:picChg chg="add mod">
          <ac:chgData name="sabbir hossain" userId="1a2133a404dad2f5" providerId="LiveId" clId="{1E47CD9D-7658-40C5-AD32-3EB2E0647B12}" dt="2026-07-23T14:58:33.238" v="1378" actId="1076"/>
          <ac:picMkLst>
            <pc:docMk/>
            <pc:sldMk cId="3294304665" sldId="259"/>
            <ac:picMk id="8" creationId="{EC177786-71D7-1D2F-98A5-8C42E1B24D99}"/>
          </ac:picMkLst>
        </pc:picChg>
      </pc:sldChg>
      <pc:sldChg chg="addSp delSp modSp add mod">
        <pc:chgData name="sabbir hossain" userId="1a2133a404dad2f5" providerId="LiveId" clId="{1E47CD9D-7658-40C5-AD32-3EB2E0647B12}" dt="2026-07-24T15:23:24.864" v="2053" actId="2711"/>
        <pc:sldMkLst>
          <pc:docMk/>
          <pc:sldMk cId="2224771691" sldId="260"/>
        </pc:sldMkLst>
        <pc:spChg chg="mod">
          <ac:chgData name="sabbir hossain" userId="1a2133a404dad2f5" providerId="LiveId" clId="{1E47CD9D-7658-40C5-AD32-3EB2E0647B12}" dt="2026-07-24T15:21:47.814" v="1999" actId="113"/>
          <ac:spMkLst>
            <pc:docMk/>
            <pc:sldMk cId="2224771691" sldId="260"/>
            <ac:spMk id="6" creationId="{40839367-C36D-F1F1-B5A6-188F1B86D6FE}"/>
          </ac:spMkLst>
        </pc:spChg>
        <pc:spChg chg="mod">
          <ac:chgData name="sabbir hossain" userId="1a2133a404dad2f5" providerId="LiveId" clId="{1E47CD9D-7658-40C5-AD32-3EB2E0647B12}" dt="2026-07-24T15:23:24.864" v="2053" actId="2711"/>
          <ac:spMkLst>
            <pc:docMk/>
            <pc:sldMk cId="2224771691" sldId="260"/>
            <ac:spMk id="11" creationId="{6F587355-8FED-3D5F-2CC8-DD7A0B72B7C9}"/>
          </ac:spMkLst>
        </pc:spChg>
        <pc:graphicFrameChg chg="add mod">
          <ac:chgData name="sabbir hossain" userId="1a2133a404dad2f5" providerId="LiveId" clId="{1E47CD9D-7658-40C5-AD32-3EB2E0647B12}" dt="2026-07-24T15:22:33.678" v="2003"/>
          <ac:graphicFrameMkLst>
            <pc:docMk/>
            <pc:sldMk cId="2224771691" sldId="260"/>
            <ac:graphicFrameMk id="3" creationId="{540DB308-1214-2883-A62A-9BF1FAA972A0}"/>
          </ac:graphicFrameMkLst>
        </pc:graphicFrameChg>
        <pc:picChg chg="del">
          <ac:chgData name="sabbir hossain" userId="1a2133a404dad2f5" providerId="LiveId" clId="{1E47CD9D-7658-40C5-AD32-3EB2E0647B12}" dt="2026-07-24T15:21:01.970" v="1967" actId="478"/>
          <ac:picMkLst>
            <pc:docMk/>
            <pc:sldMk cId="2224771691" sldId="260"/>
            <ac:picMk id="5" creationId="{9387B553-2A5E-79AA-B2A0-CFA52A0AC21B}"/>
          </ac:picMkLst>
        </pc:picChg>
        <pc:picChg chg="add mod">
          <ac:chgData name="sabbir hossain" userId="1a2133a404dad2f5" providerId="LiveId" clId="{1E47CD9D-7658-40C5-AD32-3EB2E0647B12}" dt="2026-07-24T15:22:54.782" v="2050" actId="1035"/>
          <ac:picMkLst>
            <pc:docMk/>
            <pc:sldMk cId="2224771691" sldId="260"/>
            <ac:picMk id="7" creationId="{B2C31EFB-C6BF-26A6-7036-A77783B75FFA}"/>
          </ac:picMkLst>
        </pc:picChg>
      </pc:sldChg>
      <pc:sldChg chg="addSp delSp modSp new del mod setBg">
        <pc:chgData name="sabbir hossain" userId="1a2133a404dad2f5" providerId="LiveId" clId="{1E47CD9D-7658-40C5-AD32-3EB2E0647B12}" dt="2026-07-24T06:29:32.024" v="1581" actId="47"/>
        <pc:sldMkLst>
          <pc:docMk/>
          <pc:sldMk cId="2615445813" sldId="260"/>
        </pc:sldMkLst>
        <pc:graphicFrameChg chg="add mod">
          <ac:chgData name="sabbir hossain" userId="1a2133a404dad2f5" providerId="LiveId" clId="{1E47CD9D-7658-40C5-AD32-3EB2E0647B12}" dt="2026-07-23T14:59:35.472" v="1385"/>
          <ac:graphicFrameMkLst>
            <pc:docMk/>
            <pc:sldMk cId="2615445813" sldId="260"/>
            <ac:graphicFrameMk id="2" creationId="{907CDC70-8B1B-D34F-6F02-B420CAA97972}"/>
          </ac:graphicFrameMkLst>
        </pc:graphicFrameChg>
        <pc:picChg chg="add del mod">
          <ac:chgData name="sabbir hossain" userId="1a2133a404dad2f5" providerId="LiveId" clId="{1E47CD9D-7658-40C5-AD32-3EB2E0647B12}" dt="2026-07-23T14:59:11.982" v="1383" actId="478"/>
          <ac:picMkLst>
            <pc:docMk/>
            <pc:sldMk cId="2615445813" sldId="260"/>
            <ac:picMk id="4" creationId="{58A83A70-339A-C08C-142F-3D9914699318}"/>
          </ac:picMkLst>
        </pc:picChg>
        <pc:picChg chg="add mod">
          <ac:chgData name="sabbir hossain" userId="1a2133a404dad2f5" providerId="LiveId" clId="{1E47CD9D-7658-40C5-AD32-3EB2E0647B12}" dt="2026-07-23T15:00:04" v="1392" actId="1076"/>
          <ac:picMkLst>
            <pc:docMk/>
            <pc:sldMk cId="2615445813" sldId="260"/>
            <ac:picMk id="5" creationId="{4E50BC00-D599-A3D5-B202-F4288F4C66E4}"/>
          </ac:picMkLst>
        </pc:picChg>
      </pc:sldChg>
      <pc:sldChg chg="addSp modSp new del mod setBg">
        <pc:chgData name="sabbir hossain" userId="1a2133a404dad2f5" providerId="LiveId" clId="{1E47CD9D-7658-40C5-AD32-3EB2E0647B12}" dt="2026-07-23T14:59:14.392" v="1384" actId="47"/>
        <pc:sldMkLst>
          <pc:docMk/>
          <pc:sldMk cId="4123807995" sldId="261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4T14:52:11.9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4T14:52:11.9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4T14:52:11.9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7E63FD-6979-4E1F-B61C-FE7D3ED0EFC5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A82CB2-9164-43B6-9DE4-FC3AFB645A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68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85950" y="1143000"/>
            <a:ext cx="30861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A82CB2-9164-43B6-9DE4-FC3AFB645AB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2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57350" y="5952037"/>
            <a:ext cx="6858000" cy="1592867"/>
          </a:xfrm>
        </p:spPr>
        <p:txBody>
          <a:bodyPr wrap="none" anchor="t">
            <a:normAutofit/>
          </a:bodyPr>
          <a:lstStyle>
            <a:lvl1pPr algn="r">
              <a:defRPr sz="7200" b="0" spc="-225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100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57349" y="5106505"/>
            <a:ext cx="6858000" cy="824697"/>
          </a:xfrm>
        </p:spPr>
        <p:txBody>
          <a:bodyPr anchor="b">
            <a:normAutofit/>
          </a:bodyPr>
          <a:lstStyle>
            <a:lvl1pPr marL="0" indent="0" algn="r">
              <a:buNone/>
              <a:defRPr sz="24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E38F2-F512-4099-B482-A4CC9CEAF4AC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4B21-807C-452B-B0DA-109A77337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833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E38F2-F512-4099-B482-A4CC9CEAF4AC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4B21-807C-452B-B0DA-109A77337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262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640899" y="5952037"/>
            <a:ext cx="6858000" cy="1592867"/>
          </a:xfrm>
        </p:spPr>
        <p:txBody>
          <a:bodyPr wrap="none" anchor="t">
            <a:normAutofit/>
          </a:bodyPr>
          <a:lstStyle>
            <a:lvl1pPr algn="l">
              <a:defRPr sz="7200" b="0" spc="-225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640899" y="5106504"/>
            <a:ext cx="6858000" cy="823763"/>
          </a:xfrm>
        </p:spPr>
        <p:txBody>
          <a:bodyPr anchor="b">
            <a:normAutofit/>
          </a:bodyPr>
          <a:lstStyle>
            <a:lvl1pPr marL="0" indent="0" algn="l">
              <a:buNone/>
              <a:defRPr sz="24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E38F2-F512-4099-B482-A4CC9CEAF4AC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4B21-807C-452B-B0DA-109A77337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366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0000" y="2434167"/>
            <a:ext cx="3768912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39880" y="2434167"/>
            <a:ext cx="377547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E38F2-F512-4099-B482-A4CC9CEAF4AC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4B21-807C-452B-B0DA-109A77337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856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86836"/>
            <a:ext cx="7886700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000" y="2241551"/>
            <a:ext cx="3768912" cy="1098549"/>
          </a:xfrm>
        </p:spPr>
        <p:txBody>
          <a:bodyPr anchor="b">
            <a:normAutofit/>
          </a:bodyPr>
          <a:lstStyle>
            <a:lvl1pPr marL="0" indent="0">
              <a:buNone/>
              <a:defRPr sz="20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000" y="3340100"/>
            <a:ext cx="3768912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39881" y="2241551"/>
            <a:ext cx="3776661" cy="109854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39881" y="3340100"/>
            <a:ext cx="3776661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E38F2-F512-4099-B482-A4CC9CEAF4AC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4B21-807C-452B-B0DA-109A77337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36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E38F2-F512-4099-B482-A4CC9CEAF4AC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4B21-807C-452B-B0DA-109A77337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386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E38F2-F512-4099-B482-A4CC9CEAF4AC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4B21-807C-452B-B0DA-109A77337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313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609600"/>
            <a:ext cx="2949178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1316569"/>
            <a:ext cx="4629150" cy="64981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001" y="2743200"/>
            <a:ext cx="2739019" cy="508211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E38F2-F512-4099-B482-A4CC9CEAF4AC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4B21-807C-452B-B0DA-109A77337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362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609600"/>
            <a:ext cx="2949178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1316569"/>
            <a:ext cx="4629150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001" y="2743200"/>
            <a:ext cx="2739019" cy="508211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E38F2-F512-4099-B482-A4CC9CEAF4AC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4B21-807C-452B-B0DA-109A77337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998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5822882"/>
            <a:ext cx="7886700" cy="1092473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9841" y="1316569"/>
            <a:ext cx="7886700" cy="4506313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2" y="6915355"/>
            <a:ext cx="7885509" cy="909963"/>
          </a:xfrm>
        </p:spPr>
        <p:txBody>
          <a:bodyPr/>
          <a:lstStyle>
            <a:lvl1pPr marL="0" indent="0">
              <a:buNone/>
              <a:defRPr sz="12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E38F2-F512-4099-B482-A4CC9CEAF4AC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4B21-807C-452B-B0DA-109A77337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47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86833"/>
            <a:ext cx="7886700" cy="4712459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2" y="5985865"/>
            <a:ext cx="7885509" cy="2002435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E38F2-F512-4099-B482-A4CC9CEAF4AC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4B21-807C-452B-B0DA-109A77337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9907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486833"/>
            <a:ext cx="6977064" cy="3990539"/>
          </a:xfrm>
        </p:spPr>
        <p:txBody>
          <a:bodyPr anchor="ctr"/>
          <a:lstStyle>
            <a:lvl1pPr>
              <a:defRPr sz="3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4487410"/>
            <a:ext cx="6564224" cy="731957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8650" y="6002305"/>
            <a:ext cx="7884318" cy="1985995"/>
          </a:xfrm>
        </p:spPr>
        <p:txBody>
          <a:bodyPr anchor="ctr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E38F2-F512-4099-B482-A4CC9CEAF4AC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4B21-807C-452B-B0DA-109A773376F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833283" y="1049099"/>
            <a:ext cx="457200" cy="77970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28359" y="3657600"/>
            <a:ext cx="457200" cy="77970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206843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102625"/>
            <a:ext cx="7886700" cy="3349113"/>
          </a:xfrm>
        </p:spPr>
        <p:txBody>
          <a:bodyPr anchor="b">
            <a:normAutofit/>
          </a:bodyPr>
          <a:lstStyle>
            <a:lvl1pPr>
              <a:defRPr sz="40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2" y="6467441"/>
            <a:ext cx="7885509" cy="1520859"/>
          </a:xfrm>
        </p:spPr>
        <p:txBody>
          <a:bodyPr anchor="t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E38F2-F512-4099-B482-A4CC9CEAF4AC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4B21-807C-452B-B0DA-109A77337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0967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28650" y="486836"/>
            <a:ext cx="7886700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002961" y="2514600"/>
            <a:ext cx="2210150" cy="768349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017599" y="3429000"/>
            <a:ext cx="2195513" cy="478578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40997" y="2514600"/>
            <a:ext cx="2202181" cy="768349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18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33081" y="3429000"/>
            <a:ext cx="2210096" cy="478578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71778" y="2514600"/>
            <a:ext cx="2199085" cy="768349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18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71778" y="3429000"/>
            <a:ext cx="2199085" cy="478578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E38F2-F512-4099-B482-A4CC9CEAF4AC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4B21-807C-452B-B0DA-109A77337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0526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28650" y="486836"/>
            <a:ext cx="7886700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99064" y="5730004"/>
            <a:ext cx="2205038" cy="768349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99064" y="3008472"/>
            <a:ext cx="2205038" cy="203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99064" y="6498355"/>
            <a:ext cx="2205038" cy="87891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26748" y="5730004"/>
            <a:ext cx="2197894" cy="768349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3008472"/>
            <a:ext cx="2197894" cy="203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25734" y="6498354"/>
            <a:ext cx="2200805" cy="87891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53243" y="5730004"/>
            <a:ext cx="2199085" cy="768349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53242" y="3008472"/>
            <a:ext cx="2199085" cy="203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53148" y="6498351"/>
            <a:ext cx="2201998" cy="87891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E38F2-F512-4099-B482-A4CC9CEAF4AC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4B21-807C-452B-B0DA-109A77337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0368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E38F2-F512-4099-B482-A4CC9CEAF4AC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4B21-807C-452B-B0DA-109A77337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0645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486834"/>
            <a:ext cx="1971675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486834"/>
            <a:ext cx="5800725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E38F2-F512-4099-B482-A4CC9CEAF4AC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4B21-807C-452B-B0DA-109A77337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385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486836"/>
            <a:ext cx="78867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000" y="2434167"/>
            <a:ext cx="767535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8475136"/>
            <a:ext cx="2057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136E38F2-F512-4099-B482-A4CC9CEAF4AC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8475136"/>
            <a:ext cx="30861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8475136"/>
            <a:ext cx="2057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EBB14B21-807C-452B-B0DA-109A77337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4394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6DE68DB-D3E0-5265-B965-B487D160A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Advanced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Lookup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F2A6B4-D8CE-1E39-2008-DB00D11A5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4325" y="2254253"/>
            <a:ext cx="7675350" cy="58017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Microsoft Excel FORMULAS &amp; FUNCTIONS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Prepared by: Sabbir Hossain 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Dataset Overview 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assignment focused on applying advanced Excel lookup techniques to solve real-world business reporting problems. Instead of using static formulas, interactive dashboards and dynamic reports were created using modern Excel functions.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project demonstrates how lookup functions can automate pricing, discount calculation, country analysis, and movie rating reports while reducing manual work.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1856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DC97022-1C44-9527-A1A5-81ED5D3E3A73}"/>
                  </a:ext>
                </a:extLst>
              </p14:cNvPr>
              <p14:cNvContentPartPr/>
              <p14:nvPr/>
            </p14:nvContentPartPr>
            <p14:xfrm>
              <a:off x="721045" y="295895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DC97022-1C44-9527-A1A5-81ED5D3E3A7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14925" y="289775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8E589A9D-9917-5B54-CC92-84080B355FBC}"/>
              </a:ext>
            </a:extLst>
          </p:cNvPr>
          <p:cNvSpPr/>
          <p:nvPr/>
        </p:nvSpPr>
        <p:spPr>
          <a:xfrm>
            <a:off x="721045" y="115589"/>
            <a:ext cx="8062347" cy="695778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Price Checker Dashboard Index &amp; Match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B12636-B73F-19CB-DA76-4C15A59DE4AC}"/>
              </a:ext>
            </a:extLst>
          </p:cNvPr>
          <p:cNvSpPr/>
          <p:nvPr/>
        </p:nvSpPr>
        <p:spPr>
          <a:xfrm>
            <a:off x="244613" y="4572000"/>
            <a:ext cx="9015210" cy="277267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approach simulates a retail pricing system where users can instantly retrieve product prices without searching manually.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E735B67-0C38-041B-4CED-9B4E29BC8C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3601" y="943125"/>
            <a:ext cx="9014490" cy="4062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371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5D465A-8E3D-345F-7F2A-52824A8AD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2A65793-5B47-EB9E-5E11-9488837BDE10}"/>
                  </a:ext>
                </a:extLst>
              </p14:cNvPr>
              <p14:cNvContentPartPr/>
              <p14:nvPr/>
            </p14:nvContentPartPr>
            <p14:xfrm>
              <a:off x="721045" y="295895"/>
              <a:ext cx="360" cy="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2A65793-5B47-EB9E-5E11-9488837BDE1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14925" y="289775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A638D2D4-17F9-A6B4-E27F-28A01AAF28D7}"/>
              </a:ext>
            </a:extLst>
          </p:cNvPr>
          <p:cNvSpPr/>
          <p:nvPr/>
        </p:nvSpPr>
        <p:spPr>
          <a:xfrm>
            <a:off x="721045" y="115589"/>
            <a:ext cx="8062347" cy="695778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Order Discount Calculator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72B1D1-8DB3-34FB-4F8F-FBBA4ACCD382}"/>
              </a:ext>
            </a:extLst>
          </p:cNvPr>
          <p:cNvSpPr/>
          <p:nvPr/>
        </p:nvSpPr>
        <p:spPr>
          <a:xfrm>
            <a:off x="244613" y="4572000"/>
            <a:ext cx="9015210" cy="277267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Automatically determine the correct discount percentage based on order amount.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C20D4D-A13D-249F-2FEB-056637457C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11" y="2154943"/>
            <a:ext cx="8911461" cy="1245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7188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56F5BC-D8B1-DE5B-79E9-8F1AB95E8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85EB357-C6F1-AD75-1A2B-A388D51166C8}"/>
                  </a:ext>
                </a:extLst>
              </p14:cNvPr>
              <p14:cNvContentPartPr/>
              <p14:nvPr/>
            </p14:nvContentPartPr>
            <p14:xfrm>
              <a:off x="721045" y="295895"/>
              <a:ext cx="360" cy="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85EB357-C6F1-AD75-1A2B-A388D51166C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14925" y="289775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40839367-C36D-F1F1-B5A6-188F1B86D6FE}"/>
              </a:ext>
            </a:extLst>
          </p:cNvPr>
          <p:cNvSpPr/>
          <p:nvPr/>
        </p:nvSpPr>
        <p:spPr>
          <a:xfrm>
            <a:off x="721045" y="115589"/>
            <a:ext cx="8062347" cy="695778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IMDB Ratings Dashboard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F587355-8FED-3D5F-2CC8-DD7A0B72B7C9}"/>
              </a:ext>
            </a:extLst>
          </p:cNvPr>
          <p:cNvSpPr/>
          <p:nvPr/>
        </p:nvSpPr>
        <p:spPr>
          <a:xfrm>
            <a:off x="244613" y="4572000"/>
            <a:ext cx="9015210" cy="277267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Build a dynamic movie rating dashboard where users can analyze ratings by selected year and calculation type.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C31EFB-C6BF-26A6-7036-A77783B75F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35" y="1521506"/>
            <a:ext cx="8890884" cy="3323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771691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Depth</Template>
  <TotalTime>470</TotalTime>
  <Words>133</Words>
  <Application>Microsoft Office PowerPoint</Application>
  <PresentationFormat>Custom</PresentationFormat>
  <Paragraphs>15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Arial</vt:lpstr>
      <vt:lpstr>Corbel</vt:lpstr>
      <vt:lpstr>Depth</vt:lpstr>
      <vt:lpstr>Advanced Lookup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sabbir hossain</dc:creator>
  <cp:lastModifiedBy>sabbir hossain</cp:lastModifiedBy>
  <cp:revision>1</cp:revision>
  <cp:lastPrinted>2026-07-24T15:24:35Z</cp:lastPrinted>
  <dcterms:created xsi:type="dcterms:W3CDTF">2026-07-21T15:56:17Z</dcterms:created>
  <dcterms:modified xsi:type="dcterms:W3CDTF">2026-07-24T15:24:39Z</dcterms:modified>
</cp:coreProperties>
</file>